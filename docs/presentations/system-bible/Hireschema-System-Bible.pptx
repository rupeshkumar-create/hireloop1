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0744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3721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SYSTEM BIBLE · FULL LEADERSHIP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372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Business + candidate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+ recruiter — one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9601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Product, stack, ingest, match math, agents, and candid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ONE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Not a job board with a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Both share one Supabase graph. Intros handshake via DB — never agent-to-agent RPC.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AARYA · CANDIDATE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Profile · chat/voice · Google Jobs ingest · scored matches · Request Intro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NITYA · RECRUITER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JD · publish · score candidates · in-app intro to candidates · Gmail for HM cold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Why it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MVP market: India · INR / LPA · discovery opt-in default 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Less apply-spam. Scored roles from live ingest. Warm intro from their Gmail.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RECRUITER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JD in minutes. Shortlist from the same matcher. Warm intros, not spray.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What ships 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487853" cy="3291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B9F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076373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web/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076373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2076373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Next.js 15 · Vercel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693" y="2103120"/>
            <a:ext cx="2487853" cy="3291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B9F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2293" y="2468880"/>
            <a:ext cx="2076373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app/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2293" y="3108960"/>
            <a:ext cx="2076373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Candidate + Recruiter SPA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2293" y="4114800"/>
            <a:ext cx="2076373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Zustand · Realtime · 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2103120"/>
            <a:ext cx="2487853" cy="3291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B9F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2468880"/>
            <a:ext cx="2076373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api/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3108960"/>
            <a:ext cx="2076373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Agents +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7" y="4114800"/>
            <a:ext cx="2076373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FastAPI · LangGraph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6601" y="2103120"/>
            <a:ext cx="2487853" cy="3291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B9F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201" y="2468880"/>
            <a:ext cx="2076373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supabase/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201" y="3108960"/>
            <a:ext cx="2076373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Shared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5201" y="4114800"/>
            <a:ext cx="2076373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Postgres · pgvector · RLS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Confirmed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Frontend: Next.js 15 · TypeScript · Tailwind · shadcn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Auth: Supabase · LinkedIn OAuth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API: FastAPI · LangGraph · asyncpg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AI: OpenRouter · Claude Sonnet · Gemini Flash · embedding-3-small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Jobs / JD: Apify Google Jobs · Firecrawl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Email: Resend (transactional) · Gmail OAuth (cold intros)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How surfaces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Apps → FastAPI /api/v1 (auth, matching, ingest, intros)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Aarya: LangGraph tools · writes agent_actions → Realtime UI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Nitya: LISTEN intro_requests · Gmail send after approve-send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Data: Supabase Postgres + pgvector · Auth · Storage · Realtime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Infra path: Railway today · AWS ECS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Master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Think → choose tool → execute Python → write state + agent_actions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Same pattern for Aarya and Nitya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Intros: Request Intro → intro_requests → NOTIFY → Nitya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Hard rule: no Aarya ↔ Nitya HTTP / RPC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0744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3721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372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Candidate · Aarya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in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9601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Journey, ingest, match math, Request Intro.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CANDIDATE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A →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LinkedIn OAuth → onboarding (CV · prefs · market)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Chat with Aarya (text or voice on the same surface)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Scored matches feed — India-eligible jobs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Act: Request Intro · Direct Apply · Save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Approve-send cold HM intro from candidate Gmail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CANDIDATE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SPA + key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Routes: /onboarding · /chat · /matches · /profile · /r/{slug}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Client calls FastAPI only (api.ts) — no direct DB writes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Tools: job_search · get_match_score · request_intro · profile_read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Also: save_job · direct_apply · analyze_resume · application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PROFILE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Where signals come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LinkedIn → users / candidates identity fields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Resume → Supabase Storage → parser → skills / experience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Aarya chat writes prefs, location, seniority, must-haves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Embeddings: profile · skills · resume (1536-d via OpenRouter)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JOB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Where jobs come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Apify Google Jobs only — actor johnvc/Google-Jobs-Scraper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Triggers: cron · Aarya auto-ingest · Find new · career path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Pipeline: scrape → upsert jobs → embed → score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Dedup: apify_job_id → fingerprint → apply_url · 24h query skip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Embeddings run in background workers after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MATCH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overall_score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MatchingEngine._assemble_score · services/matching.py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63721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overall = Σ(w × dim) / Σw  then × role · domain · title gates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Weights: Skills 0.40 · Profile 0.30 · Experience 0.15 · Location 0.10 · CTC 0.05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Skills lexical = 0.85×coverage + 0.15×Jaccard (+ embedding lift only)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Missing exp/CTC on the job → those weights are renormalised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Persist floor ~0.35 · feed floor ~0.38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RRF orders — it doesn’t redefine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overall_score is computed first and stored on match_scores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RRF (k=60) fuses ranked lists for feed / Aarya search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Feed: fuse overall + skills → MMR · company cap 2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Same MatchingEngine also powers recruiter shortlist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CONNECTION RULE · 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Agents never call each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Postgres is the only bridge. Cold email = Gmail. Transactional = Resend.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AARYA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Request Intro writes intro_requests. Does not call Nitya.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NITYA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LISTEN → enrich → draft → wait for approve-send via Gmail.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VOICE · R8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Voice is the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Mic lives in the same input bar — no separate voice product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Deepgram Nova-3 STT → same Aarya LangGraph → Aura TTS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TTS timeout guarded (~10s)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Post-MVP: scheduled 15–20 min screening call (later)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0744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3721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372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Recruiter · Nitya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in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9601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JD import, same MatchingEngine search, pipeline, intros.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RECRUITER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A →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Signup as recruiter → create JD (form or URL import)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Publish → public /r/{slug} apply page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Search candidates with the same MatchingEngine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Pipeline kanban · inbox intros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Recruiter → candidate intro is in-app (not Gmail cold path)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JD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Manual + URL import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Structured form: title, location, remote, must/nice skills, comp, JD.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01168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201168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33172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78892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Career-page URL via Firecrawl · Ashby/Greenhouse · JSON-LD / HTML.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GRAPH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No separate graph ranker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ensure_role_scoring_job → jobs row with source='recruiter'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MatchingEngine.score_job → ORDER BY overall_score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Results land in role_pipeline (stage=search)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Only opted-in candidates: share_with_recruiters · not private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Same weights/gates as the candidate Matches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NITYA INTROS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Three directions — clear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Recruiter → candidate: in-app request · candidate accepts in inbox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Candidate → recruiter: in-app on recruiter inbox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Candidate → external HM: Nitya drafts · approve-send · Gmail OAuth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HM path only: Nitya LISTEN + Apify enrichment + Gmail send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Core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users · candidates · recruiters · jobs · roles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match_scores · candidate_embeddings · job_embeddings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intro_requests · role_pipeline · agent_actions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gmail_tokens · consent_log · background_jobs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DPDP + hard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consent_log on collection · bias_audit on every match_scores row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GET /me/export · DELETE /me soft-delete · privacy@hireschema.com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Resend = transactional only · Gmail = cold intros after approve-send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No agent RPC · no hardcoded secrets · RLS · sharing default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STATUS &amp;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Candid across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Deps: Apify · Gmail OAuth · Resend · durable workers. Payments deferred.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Match / Find new reliability · chat find-jobs polish · need embed workers after ingest.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RECRUITER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Depends on role→job sync + embeddings · Gmail OAuth must be live · empty graph → empty shortlist.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NEAR-TERM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Next 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Harden ingest → embed → score chain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Impression hygiene · Find new reliability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Chat ↔ Matches parity for job search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Gmail intro E2E · embed-after-role-sync for recruiters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POST-MVP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Aarya 15–20 min screening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After MVP is stable. Builds on today’s Deepgram voice — does not replace score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FOR THE CANDIDATE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Richer profile → better MatchingEngine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51460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514600"/>
            <a:ext cx="73152" cy="2926080"/>
          </a:xfrm>
          <a:prstGeom prst="rect">
            <a:avLst/>
          </a:prstGeom>
          <a:solidFill>
            <a:srgbClr val="B9F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2834640"/>
            <a:ext cx="467852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FOR THE RECRUITER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291840"/>
            <a:ext cx="4678527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On apply: call insights + JD → screening card on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reschem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21208"/>
            <a:ext cx="3200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Hireschema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9F84C"/>
                </a:solidFill>
                <a:latin typeface="Arial"/>
                <a:ea typeface="Arial"/>
                <a:cs typeface="Arial"/>
              </a:rPr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  <a:ea typeface="Arial"/>
                <a:cs typeface="Arial"/>
              </a:rP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Two agents, one Postgres graph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Jobs from Apify Google Jobs → embed → score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One MatchingEngine for candidate feed and recruiter search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Cold email = Gmail + approve-send · Resend stays transactional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•  Screening call is post-MVP — after match/ingest stabilize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4652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